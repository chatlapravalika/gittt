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HTML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Training Material</a:t>
            </a:r>
          </a:p>
          <a:p>
            <a:r>
              <a:t>HTML Basics, Elements, Attributes &amp; Forms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Definition: Occupy only required width.</a:t>
            </a:r>
          </a:p>
          <a:p>
            <a:pPr>
              <a:defRPr sz="2200"/>
            </a:pPr>
            <a:r>
              <a:t>Examples: &lt;span&gt;, &lt;a&gt;, &lt;strong&gt;, &lt;em&gt;, &lt;img&gt;</a:t>
            </a:r>
          </a:p>
          <a:p>
            <a:pPr>
              <a:defRPr sz="2200"/>
            </a:pPr>
            <a:r>
              <a:t>Used inside block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Definition: Occupy full width.</a:t>
            </a:r>
          </a:p>
          <a:p>
            <a:pPr>
              <a:defRPr sz="2200"/>
            </a:pPr>
            <a:r>
              <a:t>Examples: &lt;div&gt;, &lt;p&gt;, &lt;h1&gt;-&lt;h6&gt;, &lt;ul&gt;, &lt;section&gt;</a:t>
            </a:r>
          </a:p>
          <a:p>
            <a:pPr>
              <a:defRPr sz="2200"/>
            </a:pPr>
            <a:r>
              <a:t>Start on a new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vs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Block: New line, full width.</a:t>
            </a:r>
          </a:p>
          <a:p>
            <a:pPr>
              <a:defRPr sz="2200"/>
            </a:pPr>
            <a:r>
              <a:t>Inline: Same line, content width.</a:t>
            </a:r>
          </a:p>
          <a:p>
            <a:pPr>
              <a:defRPr sz="2200"/>
            </a:pPr>
            <a:r>
              <a:t>Examples and use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Attributes provide additional information.</a:t>
            </a:r>
          </a:p>
          <a:p>
            <a:pPr>
              <a:defRPr sz="2200"/>
            </a:pPr>
            <a:r>
              <a:t>Syntax: &lt;tag attribute='value'&gt;</a:t>
            </a:r>
          </a:p>
          <a:p>
            <a:pPr>
              <a:defRPr sz="2200"/>
            </a:pPr>
            <a:r>
              <a:t>Common: id, class, style, title, href, src, alt.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Used to collect user input.</a:t>
            </a:r>
          </a:p>
          <a:p>
            <a:pPr>
              <a:defRPr sz="2200"/>
            </a:pPr>
            <a:r>
              <a:t>&lt;form&gt; contains labels, inputs, buttons and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&lt;label&gt;, &lt;input&gt;, &lt;textarea&gt;, &lt;select&gt;, &lt;option&gt;, &lt;fieldset&gt;, &lt;legend&gt;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text, password, email, number, tel, date, radio, checkbox, file, color, range, submit, reset.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&lt;button&gt;, input type='submit', input type='reset', input type='button'.</a:t>
            </a:r>
          </a:p>
          <a:p>
            <a:pPr>
              <a:defRPr sz="2200"/>
            </a:pPr>
            <a:r>
              <a:t>Difference and examples.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labels, placeholders carefully, validation, semantic HTML, accessibility.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Inline vs Block</a:t>
            </a:r>
          </a:p>
          <a:p>
            <a:pPr>
              <a:defRPr sz="2200"/>
            </a:pPr>
            <a:r>
              <a:t>• Attributes</a:t>
            </a:r>
          </a:p>
          <a:p>
            <a:pPr>
              <a:defRPr sz="2200"/>
            </a:pPr>
            <a:r>
              <a:t>• Forms &amp; Inputs</a:t>
            </a:r>
          </a:p>
          <a:p>
            <a:pPr>
              <a:defRPr sz="2200"/>
            </a:pPr>
            <a:r>
              <a:t>• Buttons</a:t>
            </a:r>
          </a:p>
          <a:p>
            <a:pPr>
              <a:defRPr sz="2200"/>
            </a:pPr>
            <a:r>
              <a:t>• Practice creating 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